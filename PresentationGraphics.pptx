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2" autoAdjust="0"/>
    <p:restoredTop sz="94660"/>
  </p:normalViewPr>
  <p:slideViewPr>
    <p:cSldViewPr snapToGrid="0">
      <p:cViewPr varScale="1">
        <p:scale>
          <a:sx n="95" d="100"/>
          <a:sy n="95" d="100"/>
        </p:scale>
        <p:origin x="7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85DE-6F90-4C2A-9FBE-1B236E7B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CBB48-B328-4603-8FAC-F1B9761F8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813E-F545-43F7-ADBC-AB5F67E5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DC41-9371-499E-9D46-F6696819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4EEB3-75B9-4462-8614-319E8459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6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E01F-129C-4BA9-AC4A-FA401337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1BCB7-1C88-4B6D-962A-6ACB4D33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F0C9E-0ECB-4B27-88B7-31BB4E75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7AB9-9CD6-4370-8D17-5E3C3AC4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D03B8-2E15-4316-9D8F-8EC4F0D3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3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0F54-E0EC-4933-A0CA-9CC6A5AA4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C8BE3-FC96-4269-8D93-2E37445D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928F-5CCC-48A6-AE8D-4CBE775A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67445-3BE9-438B-A496-87654A2E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FC5B7-560C-4DFD-9608-8F04DD1F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30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DB7C-2CA7-47C1-9BEE-95780152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809EB-8FA8-47D9-A631-72AC42155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D09B3-E591-4849-AEE9-A30C0C974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34BA6-5D81-45A3-B89F-950477DF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5BC77-7279-40F8-A369-2B489EA2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99054-8BF4-42B5-9645-E19F0BC4E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5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7793-14FC-4AE1-BADC-56928FD90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6ED6F-43CA-443B-A06A-5773E576E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5CDAE-E630-4BD5-B95E-BAEEC2F25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61434F-9CDE-4AD8-A8A0-7BBE3CF0D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348BB-B6E6-467D-A12C-00605F1F7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28426-04EB-441B-BB64-14809AFC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5769B-7115-4F80-B8C2-736BB820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86C64-3CB2-4ABA-8F8B-F82AAC3C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3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CA39-164F-464F-9412-0AD519ED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46057-464A-4308-8437-FD478E37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FB21F-7EF7-4A0F-801A-88F6CE6B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EA455-29C8-4794-9E0D-00817929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8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883D0-2C9B-42E5-B41D-7C867D35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AD8CF-2322-4551-8CA3-95C9B449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3CD35-EB24-4A63-8456-F24481BE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5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A34B-0E9D-4484-BDB1-96F1418F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E3F91-B781-48BA-A01A-2941A5E9B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710A8-DE0C-4C6B-910F-540558586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91D57-6F5D-4212-ADF7-C9AA7B2E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8354D-958E-4B31-801A-6F4F1EBD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19984-70CC-4EE9-B678-058479D1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3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0A53-6DA9-4E3A-90A5-2D7CFB72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CC5AF-F752-4F6A-95EE-D28AC8BE6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8CD83-9E9A-447F-961C-C33C93B17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47127-BE4F-42BE-A3E8-93A685BA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7A1CB-AF9C-4ABC-A985-C27B40D5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3CE88-BE19-4133-BB04-FA4C2337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2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1B15-0841-49BE-8F76-72C896CB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5F333-3B9E-43CE-B6C7-BD6CABD82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94A7-E7DC-498B-AE64-D7579A35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19807-9E15-472D-BA72-3C36650F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2EEA2-2B0E-46B9-AB46-02FE3A7C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0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7B753-29F7-45AA-BFD0-FE63A87BB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3A1A-2DF2-4585-90FB-F1BD3C96F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B140-9D77-4591-9AA0-AFE01E91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C7935-ACE0-4367-BABE-A0F1B990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A626-E40C-416C-901C-F0C8A9D3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3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1110E-B775-470C-808F-8C0B008E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44BD0-7075-4A40-BDE7-1A9457622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4B4A4-951E-4E39-8EF4-17DF6E178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391C1-BD95-4647-82F0-7372F5A3645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B1058-6CC2-490B-81FE-DF68B876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703D0-2D5D-484F-B4F6-74E81D3FF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42597-403F-4432-B208-9528780C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B3D9-B4B7-4152-A734-9E94C39E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Graphics</a:t>
            </a:r>
            <a:br>
              <a:rPr lang="en-US" b="1" dirty="0"/>
            </a:br>
            <a:r>
              <a:rPr lang="en-US" b="1" dirty="0"/>
              <a:t>for Tippecanoe and Wildcat creek river</a:t>
            </a:r>
            <a:endParaRPr lang="en-US" dirty="0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ED662C08-214A-48C6-9668-BD2FE20BA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074" y="2480468"/>
            <a:ext cx="5479851" cy="3041652"/>
          </a:xfrm>
        </p:spPr>
      </p:pic>
    </p:spTree>
    <p:extLst>
      <p:ext uri="{BB962C8B-B14F-4D97-AF65-F5344CB8AC3E}">
        <p14:creationId xmlns:p14="http://schemas.microsoft.com/office/powerpoint/2010/main" val="418837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DAAEDD6-E91F-4808-9162-2950FED0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discharge for past 5 years(2014-2019)</a:t>
            </a:r>
          </a:p>
        </p:txBody>
      </p:sp>
      <p:pic>
        <p:nvPicPr>
          <p:cNvPr id="10" name="Content Placeholder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337E2881-ADF9-44A1-9174-583951B29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8608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684C-DC74-4F28-9977-73AAADF9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coefficient of variation between </a:t>
            </a:r>
            <a:br>
              <a:rPr lang="en-US" dirty="0"/>
            </a:br>
            <a:r>
              <a:rPr lang="en-US" dirty="0"/>
              <a:t>1969 to 2019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2743CAA-AD85-4FF4-A78C-9747E98F6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77683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3DAD-480F-42CA-80A8-1D133BE9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</a:t>
            </a:r>
            <a:r>
              <a:rPr lang="en-US" dirty="0" err="1"/>
              <a:t>TQmean</a:t>
            </a:r>
            <a:r>
              <a:rPr lang="en-US" dirty="0"/>
              <a:t> between </a:t>
            </a:r>
            <a:br>
              <a:rPr lang="en-US" dirty="0"/>
            </a:br>
            <a:r>
              <a:rPr lang="en-US" dirty="0"/>
              <a:t>1969 to 2019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A30BEBDB-8E10-4214-9AF0-782E6275D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23856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DDD1-9DD0-4597-AF86-E5B5585C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R-B Index between </a:t>
            </a:r>
            <a:br>
              <a:rPr lang="en-US" dirty="0"/>
            </a:br>
            <a:r>
              <a:rPr lang="en-US" dirty="0"/>
              <a:t>1969 to 2019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B51C1DC-AC45-4F09-AA2B-E04B10D9A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39844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ABAF-0F3D-4717-A52B-04CACA11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annual monthly flow between </a:t>
            </a:r>
            <a:br>
              <a:rPr lang="en-US" dirty="0"/>
            </a:br>
            <a:r>
              <a:rPr lang="en-US" dirty="0"/>
              <a:t>1969 to 2019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6C3CA344-CC44-4B99-921E-D9492E0C7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90843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425B-4046-4340-9ABC-97A07A04E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period of annual peak flow events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79F34621-3B4A-435C-BCED-89D56E3CB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56305F-BDB2-4A8B-B400-C4CF133DD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801" y="2086561"/>
            <a:ext cx="1890085" cy="846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4DE011-FF91-4BDD-BEB4-A19A36FDB6D4}"/>
              </a:ext>
            </a:extLst>
          </p:cNvPr>
          <p:cNvSpPr txBox="1"/>
          <p:nvPr/>
        </p:nvSpPr>
        <p:spPr>
          <a:xfrm>
            <a:off x="7094137" y="2932599"/>
            <a:ext cx="462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 1: where m = rank of precipitation event x, and N = number of observations</a:t>
            </a:r>
          </a:p>
        </p:txBody>
      </p:sp>
    </p:spTree>
    <p:extLst>
      <p:ext uri="{BB962C8B-B14F-4D97-AF65-F5344CB8AC3E}">
        <p14:creationId xmlns:p14="http://schemas.microsoft.com/office/powerpoint/2010/main" val="347830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D02D895EAFC41B697DA30BE18CC77" ma:contentTypeVersion="13" ma:contentTypeDescription="Create a new document." ma:contentTypeScope="" ma:versionID="9203cc92b5dd7a1ac11d51f3c37df873">
  <xsd:schema xmlns:xsd="http://www.w3.org/2001/XMLSchema" xmlns:xs="http://www.w3.org/2001/XMLSchema" xmlns:p="http://schemas.microsoft.com/office/2006/metadata/properties" xmlns:ns3="77537a2f-3007-4532-9e12-07871c4f9c44" xmlns:ns4="3b17deb3-96aa-431c-9e97-3d77add70e60" targetNamespace="http://schemas.microsoft.com/office/2006/metadata/properties" ma:root="true" ma:fieldsID="3e41fef0e0c1b3055cc5f073edfc775a" ns3:_="" ns4:_="">
    <xsd:import namespace="77537a2f-3007-4532-9e12-07871c4f9c44"/>
    <xsd:import namespace="3b17deb3-96aa-431c-9e97-3d77add70e6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37a2f-3007-4532-9e12-07871c4f9c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7deb3-96aa-431c-9e97-3d77add70e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83CAFC-3DF5-478B-BA10-B06E92E05C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37a2f-3007-4532-9e12-07871c4f9c44"/>
    <ds:schemaRef ds:uri="3b17deb3-96aa-431c-9e97-3d77add70e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FC394B-C38F-4961-B7EC-F586EA0E69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01FCEB-4199-4304-9F13-C273A2360C5E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3b17deb3-96aa-431c-9e97-3d77add70e60"/>
    <ds:schemaRef ds:uri="77537a2f-3007-4532-9e12-07871c4f9c4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53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Presentation Graphics for Tippecanoe and Wildcat creek river</vt:lpstr>
      <vt:lpstr>Daily discharge for past 5 years(2014-2019)</vt:lpstr>
      <vt:lpstr>Annual coefficient of variation between  1969 to 2019</vt:lpstr>
      <vt:lpstr>Annual TQmean between  1969 to 2019</vt:lpstr>
      <vt:lpstr>Annual R-B Index between  1969 to 2019</vt:lpstr>
      <vt:lpstr>Average annual monthly flow between  1969 to 2019</vt:lpstr>
      <vt:lpstr>Return period of annual peak flow events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Graphics for Tippecanoe and Wildcat creek river</dc:title>
  <dc:creator>Tae Sup Lee</dc:creator>
  <cp:lastModifiedBy>Tae Sup Lee</cp:lastModifiedBy>
  <cp:revision>2</cp:revision>
  <dcterms:created xsi:type="dcterms:W3CDTF">2020-04-25T13:38:52Z</dcterms:created>
  <dcterms:modified xsi:type="dcterms:W3CDTF">2020-04-25T14:06:44Z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0x010100AC5D02D895EAFC41B697DA30BE18CC77</vt:lpwstr>
  </property>
</Properties>
</file>